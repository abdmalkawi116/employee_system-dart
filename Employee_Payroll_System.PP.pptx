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mployee &amp; Payroll System" id="{819F2F78-1B1A-117B-0206-79D5C275EBA3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9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عبد القادر جعفر محمود ملكاوي" userId="ad60b91ab2c1920f" providerId="LiveId" clId="{919D9CA7-7DAE-4020-BF03-AFC279524994}"/>
    <pc:docChg chg="delSld modSection">
      <pc:chgData name="عبد القادر جعفر محمود ملكاوي" userId="ad60b91ab2c1920f" providerId="LiveId" clId="{919D9CA7-7DAE-4020-BF03-AFC279524994}" dt="2026-10-17T11:32:11.394" v="0" actId="47"/>
      <pc:docMkLst>
        <pc:docMk/>
      </pc:docMkLst>
      <pc:sldChg chg="del">
        <pc:chgData name="عبد القادر جعفر محمود ملكاوي" userId="ad60b91ab2c1920f" providerId="LiveId" clId="{919D9CA7-7DAE-4020-BF03-AFC279524994}" dt="2026-10-17T11:32:11.394" v="0" actId="47"/>
        <pc:sldMkLst>
          <pc:docMk/>
          <pc:sldMk cId="0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3055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097280"/>
            <a:ext cx="49377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017520"/>
            <a:ext cx="49377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09728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Employee &amp; Payroll System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0175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A Dart console application built with OOP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760720" y="1097280"/>
            <a:ext cx="2194560" cy="21945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45920"/>
            <a:ext cx="1097280" cy="1097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338328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3611880"/>
            <a:ext cx="457200" cy="4572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0" y="356616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6420" y="372618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the app does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32888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916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5544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Add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40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Full-time, manager or part-time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10128" y="1371600"/>
            <a:ext cx="2532888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493008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168" y="16916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78808" y="15544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Update &amp; remove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93008" y="2240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Edit values or delete with a confirm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071616" y="1371600"/>
            <a:ext cx="2532888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254496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56" y="169164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40296" y="15544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Search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54496" y="2240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By ID, name or department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48640" y="3063240"/>
            <a:ext cx="2532888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731520" y="32461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38328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17320" y="32461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Sort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3931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Highest or lowest salary first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3310128" y="3063240"/>
            <a:ext cx="2532888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3493008" y="32461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0168" y="338328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178808" y="32461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Reports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493008" y="3931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Totals, average, top and lowest paid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6071616" y="3063240"/>
            <a:ext cx="2532888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6254496" y="32461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1656" y="338328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940296" y="32461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Save &amp; load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6254496" y="3931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Data kept in employees.json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Project structure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560320" cy="530352"/>
          </a:xfrm>
          <a:prstGeom prst="roundRect">
            <a:avLst>
              <a:gd name="adj" fmla="val 1724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models.dart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32588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Payable, Taxable, Employee and its subclasses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20824"/>
            <a:ext cx="2560320" cy="530352"/>
          </a:xfrm>
          <a:prstGeom prst="roundRect">
            <a:avLst>
              <a:gd name="adj" fmla="val 1724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202082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services.dart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020824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EmployeeManager, PayrollService, FileStorage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715768"/>
            <a:ext cx="2560320" cy="530352"/>
          </a:xfrm>
          <a:prstGeom prst="roundRect">
            <a:avLst>
              <a:gd name="adj" fmla="val 1724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48640" y="271576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utils.dart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715768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InputHelper (input) and Formatter (output)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410712"/>
            <a:ext cx="2560320" cy="530352"/>
          </a:xfrm>
          <a:prstGeom prst="roundRect">
            <a:avLst>
              <a:gd name="adj" fmla="val 1724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341071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employees_data.dart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341071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Starting data only, no logic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105656"/>
            <a:ext cx="2560320" cy="530352"/>
          </a:xfrm>
          <a:prstGeom prst="roundRect">
            <a:avLst>
              <a:gd name="adj" fmla="val 1724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48640" y="4105656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payroll_app.dart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4105656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interactive menu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OOP in this project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697480" y="1737360"/>
            <a:ext cx="0" cy="36576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697480" y="2560320"/>
            <a:ext cx="0" cy="18288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08760" y="2743200"/>
            <a:ext cx="237744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08760" y="2743200"/>
            <a:ext cx="0" cy="18288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86200" y="2743200"/>
            <a:ext cx="0" cy="18288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08760" y="3383280"/>
            <a:ext cx="0" cy="36576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68880" y="3977640"/>
            <a:ext cx="4572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737360" y="1280160"/>
            <a:ext cx="192024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737360" y="1280160"/>
            <a:ext cx="19202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Payable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737360" y="2103120"/>
            <a:ext cx="192024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73736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Employee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192024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48640" y="2926080"/>
            <a:ext cx="19202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FullTimeEmployee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926080" y="2926080"/>
            <a:ext cx="192024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2926080" y="2926080"/>
            <a:ext cx="19202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PartTimeEmployee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192024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48640" y="3749040"/>
            <a:ext cx="19202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Manager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926080" y="3749040"/>
            <a:ext cx="192024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 w="1905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2926080" y="3749040"/>
            <a:ext cx="19202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Taxable (mixin)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1325880"/>
            <a:ext cx="3200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Abstraction: </a:t>
            </a:r>
            <a:r>
              <a:rPr lang="en-US" sz="1400" dirty="0">
                <a:solidFill>
                  <a:schemeClr val="tx1"/>
                </a:solidFill>
              </a:rPr>
              <a:t>Payable, Employee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Inheritance: </a:t>
            </a:r>
            <a:r>
              <a:rPr lang="en-US" sz="1400" dirty="0">
                <a:solidFill>
                  <a:schemeClr val="tx1"/>
                </a:solidFill>
              </a:rPr>
              <a:t>Manager extends FullTime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Polymorphism: </a:t>
            </a:r>
            <a:r>
              <a:rPr lang="en-US" sz="1400" dirty="0">
                <a:solidFill>
                  <a:schemeClr val="tx1"/>
                </a:solidFill>
              </a:rPr>
              <a:t>calculateSalary()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Encapsulation: </a:t>
            </a:r>
            <a:r>
              <a:rPr lang="en-US" sz="1400" dirty="0">
                <a:solidFill>
                  <a:schemeClr val="tx1"/>
                </a:solidFill>
              </a:rPr>
              <a:t>validated setters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Mixin: </a:t>
            </a:r>
            <a:r>
              <a:rPr lang="en-US" sz="1400" dirty="0">
                <a:solidFill>
                  <a:schemeClr val="tx1"/>
                </a:solidFill>
              </a:rPr>
              <a:t>Taxable adds tax logic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Factory: </a:t>
            </a:r>
            <a:r>
              <a:rPr lang="en-US" sz="1400" dirty="0">
                <a:solidFill>
                  <a:schemeClr val="tx1"/>
                </a:solidFill>
              </a:rPr>
              <a:t>EmployeeFactory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How salaries are calculated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32888" cy="2651760"/>
          </a:xfrm>
          <a:prstGeom prst="roundRect">
            <a:avLst>
              <a:gd name="adj" fmla="val 43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7724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Full-time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(Base + Bonus) minus 5% tax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926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855,000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520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Example: Ahmed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10128" y="1371600"/>
            <a:ext cx="2532888" cy="2651760"/>
          </a:xfrm>
          <a:prstGeom prst="roundRect">
            <a:avLst>
              <a:gd name="adj" fmla="val 43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538728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Manager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538728" y="2011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Full-time salary + 20,000 per team member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38728" y="2926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1,362,500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3538728" y="3520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Example: Sara, team of 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71616" y="1371600"/>
            <a:ext cx="2532888" cy="2651760"/>
          </a:xfrm>
          <a:prstGeom prst="roundRect">
            <a:avLst>
              <a:gd name="adj" fmla="val 43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300216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Part-time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300216" y="2011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Hourly rate x hours worked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00216" y="2926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400,000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6300216" y="3520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Example: Ali, 80 hours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5% tax rate comes from the Taxable mixin.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Collections, functions, DRY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002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32588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Collections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73736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List for all employees, Map for lookup by ID and department totals, Set for unique departments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69748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242316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Functions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1554480" y="28346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Small single-purpose functions such as _buildEmployee, _askForEmployee and the PayrollService methods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36118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79476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54480" y="3520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DRY principle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1554480" y="39319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One generic _read&lt;T&gt; behind every input, one Formatter.printAll for listings, one _pick for highest and lowest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rt Payroll">
  <a:themeElements>
    <a:clrScheme name="Dart Payroll">
      <a:dk1>
        <a:srgbClr val="0B2239"/>
      </a:dk1>
      <a:lt1>
        <a:srgbClr val="FFFFFF"/>
      </a:lt1>
      <a:dk2>
        <a:srgbClr val="02569B"/>
      </a:dk2>
      <a:lt2>
        <a:srgbClr val="E8F3FB"/>
      </a:lt2>
      <a:accent1>
        <a:srgbClr val="0175C2"/>
      </a:accent1>
      <a:accent2>
        <a:srgbClr val="13B9FD"/>
      </a:accent2>
      <a:accent3>
        <a:srgbClr val="02569B"/>
      </a:accent3>
      <a:accent4>
        <a:srgbClr val="F5A300"/>
      </a:accent4>
      <a:accent5>
        <a:srgbClr val="2E7D32"/>
      </a:accent5>
      <a:accent6>
        <a:srgbClr val="6A1B9A"/>
      </a:accent6>
      <a:hlink>
        <a:srgbClr val="0175C2"/>
      </a:hlink>
      <a:folHlink>
        <a:srgbClr val="6A1B9A"/>
      </a:folHlink>
    </a:clrScheme>
    <a:fontScheme name="Dart Payrol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</Words>
  <Application>Microsoft Office PowerPoint</Application>
  <PresentationFormat>On-screen Show (16:9)</PresentationFormat>
  <Paragraphs>71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Dart Payroll</vt:lpstr>
      <vt:lpstr>Employee &amp; Payroll System</vt:lpstr>
      <vt:lpstr>What the app does</vt:lpstr>
      <vt:lpstr>Project structure</vt:lpstr>
      <vt:lpstr>OOP in this project</vt:lpstr>
      <vt:lpstr>How salaries are calculated</vt:lpstr>
      <vt:lpstr>Collections, functions, DRY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&amp; Payroll System</dc:title>
  <dc:subject>PptxGenJS Presentation</dc:subject>
  <dc:creator>PptxGenJS</dc:creator>
  <cp:lastModifiedBy>عبد القادر جعفر محمود ملكاوي</cp:lastModifiedBy>
  <cp:revision>1</cp:revision>
  <dcterms:created xsi:type="dcterms:W3CDTF">2026-10-17T11:18:58Z</dcterms:created>
  <dcterms:modified xsi:type="dcterms:W3CDTF">2026-10-17T11:32:14Z</dcterms:modified>
</cp:coreProperties>
</file>